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65" r:id="rId7"/>
    <p:sldId id="258" r:id="rId8"/>
    <p:sldId id="259" r:id="rId9"/>
    <p:sldId id="260" r:id="rId10"/>
    <p:sldId id="261" r:id="rId11"/>
    <p:sldId id="264" r:id="rId12"/>
  </p:sldIdLst>
  <p:sldSz cx="12192000" cy="6858000"/>
  <p:notesSz cx="6858000" cy="9144000"/>
  <p:embeddedFontLst>
    <p:embeddedFont>
      <p:font typeface="Urbanist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48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77000" y="-3810000"/>
            <a:ext cx="7620000" cy="76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905000" y="3048000"/>
            <a:ext cx="76200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2313682"/>
            <a:ext cx="112014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OI Trainer </a:t>
            </a:r>
            <a:r>
              <a:rPr lang="en-US" sz="97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3D</a:t>
            </a:r>
            <a:endParaRPr lang="en-US" sz="975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713857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Migration to Immersive 3D Environments</a:t>
            </a:r>
            <a:endParaRPr lang="en-US" sz="3600" b="0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2000" y="2632620"/>
            <a:ext cx="5048250" cy="383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632620"/>
            <a:ext cx="5048250" cy="383262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257300" y="3127920"/>
            <a:ext cx="426053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Immersive Scene</a:t>
            </a:r>
            <a:endParaRPr lang="en-US" sz="3375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257300" y="3966120"/>
            <a:ext cx="4057650" cy="181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Migrate the 2D UI-only game into a first-person 3D classroom with spatial interaction.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877050" y="3127920"/>
            <a:ext cx="426053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Logic Retention</a:t>
            </a:r>
            <a:endParaRPr lang="en-US" sz="3375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877050" y="3966120"/>
            <a:ext cx="4057650" cy="181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Keep the original legacy gameplay logic intact by hosting it on a 3D whiteboard.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1394370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762000" y="310425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Results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 Demo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" name="Picture 1" descr="Screenshot 2025-12-31 at 00-26-55 OI Trainer 3D - AC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1345565"/>
            <a:ext cx="9906000" cy="4674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762000" y="310425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Results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 Demo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" name="Picture 0" descr="Screenshot From 2025-12-31 00-28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280" y="1510030"/>
            <a:ext cx="8726805" cy="4908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445"/>
            <a:ext cx="12192000" cy="6867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2000" y="4119413"/>
            <a:ext cx="1905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682900" y="4119413"/>
            <a:ext cx="1905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03801" y="3981301"/>
            <a:ext cx="1905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24702" y="4119413"/>
            <a:ext cx="1905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3202215"/>
            <a:ext cx="106680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Mechanism: </a:t>
            </a:r>
            <a:r>
              <a:rPr lang="en-US" sz="25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simulateClick</a:t>
            </a: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routes 3D Raycasts to DOM elements.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008262" y="447183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29163" y="4471838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850064" y="4471838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1394370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Tech: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Whiteboard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632620"/>
            <a:ext cx="50482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3402359"/>
            <a:ext cx="5048250" cy="90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raycasting scales linearly with triangle count </a:t>
            </a:r>
            <a:r>
              <a:rPr lang="en-US" sz="25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O(N)</a:t>
            </a: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4632870"/>
            <a:ext cx="5048250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use </a:t>
            </a:r>
            <a:r>
              <a:rPr lang="en-US" sz="25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three-mesh-bvh</a:t>
            </a: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reduce expected picking time to </a:t>
            </a:r>
            <a:r>
              <a:rPr lang="en-US" sz="25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O(log N)</a:t>
            </a: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775608" y="3127920"/>
            <a:ext cx="426053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BVH Hierarchy</a:t>
            </a:r>
            <a:endParaRPr lang="en-US" sz="3375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477125" y="3737520"/>
            <a:ext cx="2857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62000" y="1394370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Tech: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Picking Acceleration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2000" y="2632620"/>
            <a:ext cx="5048250" cy="3832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2632620"/>
            <a:ext cx="5048250" cy="3832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1257300" y="3127920"/>
            <a:ext cx="426053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Asset Prefetch</a:t>
            </a:r>
            <a:endParaRPr lang="en-US" sz="3375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1257300" y="3966120"/>
            <a:ext cx="4057650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Network loading manager pre-loads GLB models to prevent long waiting time.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877050" y="3127920"/>
            <a:ext cx="426053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DOM Persistence</a:t>
            </a:r>
            <a:endParaRPr lang="en-US" sz="3375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877050" y="3966120"/>
            <a:ext cx="4057650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On-demand regeneration of the whiteboard root avoids DOM tracking bug.</a:t>
            </a:r>
            <a:endParaRPr lang="en-US" sz="2550" b="0" i="0" u="none" strike="noStrike" cap="non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1394370"/>
            <a:ext cx="11201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Stability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lang="en-US" sz="6000" b="1" i="0" u="none" strike="noStrike" cap="none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77000" y="-3810000"/>
            <a:ext cx="76200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495300" y="2299394"/>
            <a:ext cx="11201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Thanks for listening!</a:t>
            </a:r>
            <a:endParaRPr lang="en-US" sz="7500" b="1" i="0" u="none" strike="noStrike" cap="none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WPS Presentation</Application>
  <PresentationFormat/>
  <Paragraphs>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Arial</vt:lpstr>
      <vt:lpstr>Liberation Sans</vt:lpstr>
      <vt:lpstr>Calibri</vt:lpstr>
      <vt:lpstr>Urbanist</vt:lpstr>
      <vt:lpstr>C059</vt:lpstr>
      <vt:lpstr>Microsoft YaHei</vt:lpstr>
      <vt:lpstr>Noto Sans CJK SC</vt:lpstr>
      <vt:lpstr>Arial Unicode MS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ldq</cp:lastModifiedBy>
  <cp:revision>15</cp:revision>
  <dcterms:created xsi:type="dcterms:W3CDTF">2025-12-30T18:06:33Z</dcterms:created>
  <dcterms:modified xsi:type="dcterms:W3CDTF">2025-12-30T18:06:33Z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